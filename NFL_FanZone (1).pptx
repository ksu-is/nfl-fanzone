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268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tadium with lights on the ground">
            <a:extLst>
              <a:ext uri="{FF2B5EF4-FFF2-40B4-BE49-F238E27FC236}">
                <a16:creationId xmlns:a16="http://schemas.microsoft.com/office/drawing/2014/main" id="{15191AD3-A6A7-A5EB-C833-EABC72EB09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23160" y="231280"/>
            <a:ext cx="399295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dirty="0">
                <a:solidFill>
                  <a:srgbClr val="FFD700"/>
                </a:solidFill>
              </a:rPr>
              <a:t> NFL </a:t>
            </a:r>
            <a:r>
              <a:rPr sz="5400" b="1" dirty="0" err="1">
                <a:solidFill>
                  <a:srgbClr val="FFD700"/>
                </a:solidFill>
              </a:rPr>
              <a:t>FanZone</a:t>
            </a:r>
            <a:endParaRPr sz="5400" b="1" dirty="0">
              <a:solidFill>
                <a:srgbClr val="FFD7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2474" y="1634969"/>
            <a:ext cx="703790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dirty="0">
                <a:solidFill>
                  <a:srgbClr val="FFFFFF"/>
                </a:solidFill>
                <a:latin typeface="Agency FB" panose="020B0503020202020204" pitchFamily="34" charset="0"/>
              </a:rPr>
              <a:t>A Data‑Driven, Game‑Style NFL Simulation Experience</a:t>
            </a:r>
            <a:endParaRPr lang="en-US" sz="2600" dirty="0">
              <a:solidFill>
                <a:srgbClr val="FFFFFF"/>
              </a:solidFill>
              <a:latin typeface="Agency FB" panose="020B0503020202020204" pitchFamily="34" charset="0"/>
            </a:endParaRPr>
          </a:p>
          <a:p>
            <a:r>
              <a:rPr lang="en-US" sz="2000" dirty="0">
                <a:solidFill>
                  <a:schemeClr val="bg2"/>
                </a:solidFill>
                <a:latin typeface="Agency FB" panose="020B0503020202020204" pitchFamily="34" charset="0"/>
              </a:rPr>
              <a:t>Turns real NFL team metrics into win probabilities so users can simulate games, series, or full seasons</a:t>
            </a:r>
            <a:endParaRPr sz="2000" dirty="0">
              <a:solidFill>
                <a:schemeClr val="bg2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52873" y="777244"/>
            <a:ext cx="5486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FFD700"/>
                </a:solidFill>
              </a:defRPr>
            </a:pPr>
            <a:r>
              <a:rPr lang="en-US" dirty="0"/>
              <a:t>Lexington Vue</a:t>
            </a:r>
            <a:endParaRPr dirty="0"/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CBBBE76-85B5-54A9-3850-042526993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44" y="2869883"/>
            <a:ext cx="3856382" cy="3037082"/>
          </a:xfrm>
          <a:prstGeom prst="rect">
            <a:avLst/>
          </a:prstGeom>
        </p:spPr>
      </p:pic>
      <p:pic>
        <p:nvPicPr>
          <p:cNvPr id="14" name="Picture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7FC1896-C341-A74F-1A2C-2DD12ACBE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470" y="2868510"/>
            <a:ext cx="4542513" cy="36946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35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Agency FB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Lexington Vue</cp:lastModifiedBy>
  <cp:revision>2</cp:revision>
  <dcterms:created xsi:type="dcterms:W3CDTF">2013-01-27T09:14:16Z</dcterms:created>
  <dcterms:modified xsi:type="dcterms:W3CDTF">2025-12-01T19:45:54Z</dcterms:modified>
  <cp:category/>
</cp:coreProperties>
</file>